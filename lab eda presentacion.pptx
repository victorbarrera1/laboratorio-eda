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empírico y teórico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algoritmos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Diferencias Repetidas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Marcos Fantoval  ·  UDP — EDA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C de n enteros distintos y un valor k,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cuántos pares (cᵢ, cⱼ) cumplen que  cᵢ − cⱼ = 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 C = {1, 5, 3, 4, 2}  con  k = 2   →   pares: (1,3), (3,5), (2,4)   →   respuesta =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métodos analizados: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49377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71800"/>
            <a:ext cx="64008" cy="493776"/>
          </a:xfrm>
          <a:prstGeom prst="rect">
            <a:avLst/>
          </a:prstGeom>
          <a:solidFill>
            <a:srgbClr val="0E7C6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97180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punteros sobre arreglo ordenado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82296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38728"/>
            <a:ext cx="64008" cy="493776"/>
          </a:xfrm>
          <a:prstGeom prst="rect">
            <a:avLst/>
          </a:prstGeom>
          <a:solidFill>
            <a:srgbClr val="C9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387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53872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búsqueda binaria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49377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05656"/>
            <a:ext cx="64008" cy="49377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056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10565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loop (fuerza bruta)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Cómo funciona el programa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usadas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instancias y mide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931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4708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Result.java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84708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métodos del profesor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0545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StdRandom.java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50545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aleatorios con semilla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931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6382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StopwatchCPU.java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16382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tiempo de CPU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221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Out.java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8221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los 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8872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18872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2⁵ a 2¹⁰  (32 hasta 1024)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847088"/>
            <a:ext cx="3931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84708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84708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  (reproducible)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505456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0545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50545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por tamaño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163824"/>
            <a:ext cx="3931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163824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Repeticiones: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16382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por instancia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822192"/>
            <a:ext cx="3931920" cy="58521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8221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8221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archivos CSV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Análisis en Excel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pestañas de tamaño  (n = 32, 64, 128, 256, 512, 1024)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 filas con tiempos medidos (ms)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276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Mínimo, Máximo, Promedio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8229600" cy="38404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6654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Desviación estándar y coeficiente de variación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0545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Histograma de tiempos por método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Resumen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290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Tabla de promedios por tamaño y método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67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Gráfico log-log  (eje x y eje y en escala logarítmica)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06824"/>
            <a:ext cx="8229600" cy="38404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068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Ratio = T(2n) / T(n)  y  log₂(ratio)  →  converge a 1 o a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Análisis teórico Big-O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347472"/>
          </a:xfrm>
          <a:prstGeom prst="rect">
            <a:avLst/>
          </a:prstGeom>
          <a:solidFill>
            <a:srgbClr val="0E7C6A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" y="7772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punteros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560320" cy="5303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727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sort() usa Timsort → O(n log 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7797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while con 2 punteros → O(n)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Domina el ordenamiento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2834640" cy="347472"/>
          </a:xfrm>
          <a:prstGeom prst="rect">
            <a:avLst/>
          </a:prstGeom>
          <a:solidFill>
            <a:srgbClr val="C9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7772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+ búsqueda binaria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572768"/>
            <a:ext cx="2560320" cy="5303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5727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sort() → O(n log 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7797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 × binarySearch → O(n log 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Igual que M1 asintóticamente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777240"/>
            <a:ext cx="2834640" cy="347472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7772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1572768"/>
            <a:ext cx="2560320" cy="5303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5727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 ordenamiento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7797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n(n−1)/2 comparaciones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Crece cuadráticamente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Teoría vs. Experimento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37744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77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777240"/>
            <a:ext cx="13716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777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777240"/>
            <a:ext cx="155448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777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esperado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777240"/>
            <a:ext cx="155448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777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observado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777240"/>
            <a:ext cx="13716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777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¿Coincide?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188720"/>
            <a:ext cx="2377440" cy="402336"/>
          </a:xfrm>
          <a:prstGeom prst="rect">
            <a:avLst/>
          </a:prstGeom>
          <a:solidFill>
            <a:srgbClr val="0E7C6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1887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1188720"/>
            <a:ext cx="1371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188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1188720"/>
            <a:ext cx="155448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11887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1188720"/>
            <a:ext cx="155448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1887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188720"/>
            <a:ext cx="1371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188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627632"/>
            <a:ext cx="2377440" cy="402336"/>
          </a:xfrm>
          <a:prstGeom prst="rect">
            <a:avLst/>
          </a:prstGeom>
          <a:solidFill>
            <a:srgbClr val="C96A00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16276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1627632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1627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60520" y="1627632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1627632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1627632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16276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2066544"/>
            <a:ext cx="2377440" cy="40233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cuentaPares3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2066544"/>
            <a:ext cx="1371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7" name="Text 35"/>
          <p:cNvSpPr/>
          <p:nvPr/>
        </p:nvSpPr>
        <p:spPr>
          <a:xfrm>
            <a:off x="2788920" y="20665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2066544"/>
            <a:ext cx="155448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20665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15000" y="2066544"/>
            <a:ext cx="155448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0" y="20665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69480" y="2066544"/>
            <a:ext cx="1371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20665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es exacto?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2834640"/>
            <a:ext cx="8229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28346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Para n pequeño las constantes del sort distorsionan los ratios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3291840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3291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JIT de Java: primeras ejecuciones más lentas (compilación dinámica)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8229600" cy="40233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37490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GC de Java: el recolector de basura puede pausar la ejecución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60520" cy="1691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73152" cy="1691640"/>
          </a:xfrm>
          <a:prstGeom prst="rect">
            <a:avLst/>
          </a:prstGeom>
          <a:solidFill>
            <a:srgbClr val="0E7C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78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teoría predice bien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081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grande, los log₂(ratio) convergen al valor teórico. El experimento confirma el análisis Big-O.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160520" cy="1691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841248"/>
            <a:ext cx="73152" cy="16916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78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es claramente el más lento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081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crece cuadráticamente. Para n = 1024 es varias veces más lento que M1 y M2.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15768"/>
            <a:ext cx="4160520" cy="1691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715768"/>
            <a:ext cx="73152" cy="1691640"/>
          </a:xfrm>
          <a:prstGeom prst="rect">
            <a:avLst/>
          </a:prstGeom>
          <a:solidFill>
            <a:srgbClr val="C9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y M2 son equivalentes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O(n log n). M1 (dos punteros) es levemente más eficiente en la práctica que M2.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15768"/>
            <a:ext cx="4160520" cy="1691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715768"/>
            <a:ext cx="73152" cy="16916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práctica se complementan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8269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teoría dice qué esperar. El experimento muestra las constantes ocultas y los efectos reales.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Barrera  |  Jesús Briceño  ·  UDP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2026-03-23T05:20:16Z</dcterms:created>
  <dcterms:modified xsi:type="dcterms:W3CDTF">2026-03-23T05:20:16Z</dcterms:modified>
</cp:coreProperties>
</file>